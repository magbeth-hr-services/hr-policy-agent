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 HR Policy Agent architecture: a FastAPI web app hosts the browser chat UI and exposes GET /, POST /api/chat, and GET /health. A LangGraph StateGraph agent talks to an OpenRouter-hosted LLM (ChatOpenAI) and, via a MultiServerMCPClient over stdio, calls two FastMCP servers. The Policy server runs RAG retrieval against a Chroma vector index built from fictional policy documents. The HR server runs an HR service layer against a SQLite database seeded from synthetic HR data. The system runs locally, in GitHub Actions CI, and as one Render Standard (2GB) web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 HR Policy Agent —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 agent orchestrating two MCP servers over stdio — deployed locally, in CI, and on Render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68096" y="10515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129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16936" y="105156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9525">
            <a:solidFill>
              <a:srgbClr val="065A82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 App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·  POST /api/chat  ·  GET /health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80176" y="105156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9525">
            <a:solidFill>
              <a:srgbClr val="065A82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orchestration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69096" y="1051560"/>
            <a:ext cx="2651760" cy="82296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 w="9525">
            <a:solidFill>
              <a:srgbClr val="21295C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LLM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 ·  temp 0  ·  60s timeout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96896" y="1463040"/>
            <a:ext cx="3200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0136" y="1463040"/>
            <a:ext cx="3200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49056" y="1463040"/>
            <a:ext cx="320040" cy="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539996" y="214884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MultiServerMCPClient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  ·  tool-prefixed names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6094476" y="1874520"/>
            <a:ext cx="1120140" cy="27432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2560320" y="2788920"/>
            <a:ext cx="3534156" cy="36576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94476" y="2788920"/>
            <a:ext cx="3534156" cy="36576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007358" y="2862072"/>
            <a:ext cx="6400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541514" y="2862072"/>
            <a:ext cx="64008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15468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9525">
            <a:solidFill>
              <a:srgbClr val="065A82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FastMCP Server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703320"/>
            <a:ext cx="0" cy="201168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40080" y="3904488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CADCF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Layer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4453128"/>
            <a:ext cx="0" cy="201168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0080" y="4654296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Index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horizon_policies  ·  data/chroma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5202936"/>
            <a:ext cx="0" cy="201168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40080" y="5404104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Policies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PDF source documents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315468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9525">
            <a:solidFill>
              <a:srgbClr val="065A82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FastMCP Server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28632" y="3703320"/>
            <a:ext cx="0" cy="201168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708392" y="3904488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CADCF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Service Layer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28632" y="4453128"/>
            <a:ext cx="0" cy="201168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708392" y="4654296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9525">
            <a:solidFill>
              <a:srgbClr val="1C7293"/>
            </a:solidFill>
          </a:ln>
          <a:effectLst>
            <a:outerShdw sx="100000" sy="100000" kx="0" ky="0" algn="bl" rotWithShape="0" blurRad="50800" dist="25400" dir="5400000">
              <a:srgbClr val="1A1A1A">
                <a:alpha val="18000"/>
              </a:srgbClr>
            </a:outerShdw>
          </a:effectLst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data/hr_data.db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28632" y="5202936"/>
            <a:ext cx="0" cy="201168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708392" y="5404104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HR Data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· PTO · Benefits · Tickets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29107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 ·   GitHub Actions   ·   Render (Standard 2GB)   —   horizon-hr-policy-agent.onrender.com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2026-09-03T23:10:44Z</dcterms:created>
  <dcterms:modified xsi:type="dcterms:W3CDTF">2026-09-03T23:10:44Z</dcterms:modified>
</cp:coreProperties>
</file>